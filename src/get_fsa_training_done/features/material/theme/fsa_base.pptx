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/>
  <p:sldSz cx="9144000" cy="5143500" type="screen16x9"/>
  <p:notesSz cx="6858000" cy="9144000"/>
  <p:custDataLst>
    <p:tags r:id="rId34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000000"/>
    <a:srgbClr val="F37021"/>
    <a:srgbClr val="034EA1"/>
    <a:srgbClr val="50B748"/>
    <a:srgbClr val="FFFFFF"/>
    <a:srgbClr val="5BD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5" autoAdjust="0"/>
    <p:restoredTop sz="96283" autoAdjust="0"/>
  </p:normalViewPr>
  <p:slideViewPr>
    <p:cSldViewPr snapToGrid="0">
      <p:cViewPr varScale="1">
        <p:scale>
          <a:sx n="146" d="100"/>
          <a:sy n="146" d="100"/>
        </p:scale>
        <p:origin x="594" y="120"/>
      </p:cViewPr>
      <p:guideLst/>
    </p:cSldViewPr>
  </p:slideViewPr>
  <p:outlineViewPr>
    <p:cViewPr>
      <p:scale>
        <a:sx n="100" d="100"/>
        <a:sy n="100" d="100"/>
      </p:scale>
      <p:origin x="0" y="-130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2364" y="-46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34" Type="http://schemas.openxmlformats.org/officeDocument/2006/relationships/tags" Target="tags/tag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12E27F-0A07-B302-C2EB-3AEFD26CC6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258C32-28C1-3D98-8FE9-CDCA9ABF49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AE803-6C75-4D11-91C0-1713BC52A95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08FF3-6EC9-85D1-4A0C-9CBC631481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9FE07-C18F-D735-C5D3-839D7A6011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18BFD-0C25-4324-863A-2FB95F74D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784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8A2E9-975E-452D-ADFA-473BEB28A7DF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41789-4F3C-4E97-B4EF-6A91DCA2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58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47166" y="1292620"/>
            <a:ext cx="5016932" cy="1449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Name of Training Module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47675" y="4503107"/>
            <a:ext cx="1323975" cy="345118"/>
          </a:xfrm>
          <a:prstGeom prst="roundRect">
            <a:avLst/>
          </a:prstGeom>
          <a:solidFill>
            <a:srgbClr val="5BD4FF">
              <a:alpha val="20000"/>
            </a:srgbClr>
          </a:solidFill>
          <a:ln>
            <a:solidFill>
              <a:srgbClr val="5BD4FF"/>
            </a:solidFill>
          </a:ln>
        </p:spPr>
        <p:txBody>
          <a:bodyPr anchor="ctr">
            <a:normAutofit/>
          </a:bodyPr>
          <a:lstStyle>
            <a:lvl1pPr algn="ctr">
              <a:defRPr sz="900" b="0" baseline="0"/>
            </a:lvl1pPr>
          </a:lstStyle>
          <a:p>
            <a:pPr lvl="0"/>
            <a:r>
              <a:rPr lang="en-US"/>
              <a:t>Location &amp; 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51C8C-7F4C-3A87-9A3E-C48E826FA8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166" y="2930069"/>
            <a:ext cx="4229100" cy="376237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US" dirty="0"/>
              <a:t>Training Topic/Lesson Name</a:t>
            </a:r>
          </a:p>
        </p:txBody>
      </p:sp>
    </p:spTree>
    <p:extLst>
      <p:ext uri="{BB962C8B-B14F-4D97-AF65-F5344CB8AC3E}">
        <p14:creationId xmlns:p14="http://schemas.microsoft.com/office/powerpoint/2010/main" val="395853243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8625" y="1421703"/>
            <a:ext cx="3090400" cy="1790700"/>
          </a:xfrm>
        </p:spPr>
        <p:txBody>
          <a:bodyPr anchor="ctr"/>
          <a:lstStyle>
            <a:lvl1pPr algn="l">
              <a:defRPr sz="4000" baseline="0">
                <a:solidFill>
                  <a:srgbClr val="034EA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Table of</a:t>
            </a:r>
            <a:br>
              <a:rPr lang="en-US" dirty="0"/>
            </a:br>
            <a:r>
              <a:rPr lang="en-US" dirty="0"/>
              <a:t>Contents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76398" y="972629"/>
            <a:ext cx="4028977" cy="419338"/>
          </a:xfrm>
        </p:spPr>
        <p:txBody>
          <a:bodyPr anchor="ctr">
            <a:noAutofit/>
          </a:bodyPr>
          <a:lstStyle>
            <a:lvl1pPr algn="l">
              <a:defRPr sz="2000" i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1712879"/>
            <a:ext cx="4028977" cy="419338"/>
          </a:xfrm>
        </p:spPr>
        <p:txBody>
          <a:bodyPr anchor="ctr">
            <a:noAutofit/>
          </a:bodyPr>
          <a:lstStyle>
            <a:lvl1pPr algn="l">
              <a:defRPr sz="2000" i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2453129"/>
            <a:ext cx="4028977" cy="419338"/>
          </a:xfrm>
        </p:spPr>
        <p:txBody>
          <a:bodyPr anchor="ctr">
            <a:noAutofit/>
          </a:bodyPr>
          <a:lstStyle>
            <a:lvl1pPr algn="l">
              <a:defRPr sz="2000" i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3138184"/>
            <a:ext cx="4028977" cy="419338"/>
          </a:xfrm>
        </p:spPr>
        <p:txBody>
          <a:bodyPr anchor="ctr">
            <a:noAutofit/>
          </a:bodyPr>
          <a:lstStyle>
            <a:lvl1pPr algn="l">
              <a:defRPr sz="2000" i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923903" y="956128"/>
            <a:ext cx="473092" cy="465575"/>
          </a:xfrm>
          <a:prstGeom prst="flowChartConnector">
            <a:avLst/>
          </a:prstGeom>
          <a:solidFill>
            <a:srgbClr val="50B748"/>
          </a:solidFill>
          <a:ln w="28575">
            <a:solidFill>
              <a:srgbClr val="FFFFFF"/>
            </a:solidFill>
          </a:ln>
        </p:spPr>
        <p:txBody>
          <a:bodyPr anchor="ctr">
            <a:noAutofit/>
          </a:bodyPr>
          <a:lstStyle>
            <a:lvl1pPr algn="ctr">
              <a:defRPr sz="2000" i="1" baseline="0"/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926737" y="1683480"/>
            <a:ext cx="473092" cy="465575"/>
          </a:xfrm>
          <a:prstGeom prst="flowChartConnector">
            <a:avLst/>
          </a:prstGeom>
          <a:solidFill>
            <a:srgbClr val="50B748"/>
          </a:solidFill>
          <a:ln w="28575">
            <a:solidFill>
              <a:srgbClr val="FFFFFF"/>
            </a:solidFill>
          </a:ln>
        </p:spPr>
        <p:txBody>
          <a:bodyPr anchor="ctr">
            <a:noAutofit/>
          </a:bodyPr>
          <a:lstStyle>
            <a:lvl1pPr algn="ctr">
              <a:defRPr sz="2000" i="1" baseline="0"/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919506" y="2410832"/>
            <a:ext cx="473092" cy="465575"/>
          </a:xfrm>
          <a:prstGeom prst="flowChartConnector">
            <a:avLst/>
          </a:prstGeom>
          <a:solidFill>
            <a:srgbClr val="50B748"/>
          </a:solidFill>
          <a:ln w="28575">
            <a:solidFill>
              <a:srgbClr val="FFFFFF"/>
            </a:solidFill>
          </a:ln>
        </p:spPr>
        <p:txBody>
          <a:bodyPr anchor="ctr">
            <a:noAutofit/>
          </a:bodyPr>
          <a:lstStyle>
            <a:lvl1pPr algn="ctr">
              <a:defRPr sz="2000" i="1" baseline="0"/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919506" y="3099438"/>
            <a:ext cx="473092" cy="465575"/>
          </a:xfrm>
          <a:prstGeom prst="flowChartConnector">
            <a:avLst/>
          </a:prstGeom>
          <a:solidFill>
            <a:srgbClr val="50B748"/>
          </a:solidFill>
          <a:ln w="28575">
            <a:solidFill>
              <a:srgbClr val="FFFFFF"/>
            </a:solidFill>
          </a:ln>
        </p:spPr>
        <p:txBody>
          <a:bodyPr anchor="ctr">
            <a:noAutofit/>
          </a:bodyPr>
          <a:lstStyle>
            <a:lvl1pPr algn="ctr">
              <a:defRPr sz="2000" i="1" baseline="0"/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AAC8EA4-09B1-2010-B10D-0AD1BF35BB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9231" y="3830730"/>
            <a:ext cx="4028977" cy="419338"/>
          </a:xfrm>
        </p:spPr>
        <p:txBody>
          <a:bodyPr anchor="ctr">
            <a:noAutofit/>
          </a:bodyPr>
          <a:lstStyle>
            <a:lvl1pPr algn="l">
              <a:defRPr sz="2000" i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82764ED-67B1-AAD0-0BA6-7B946C5B55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26737" y="3791984"/>
            <a:ext cx="473092" cy="465575"/>
          </a:xfrm>
          <a:prstGeom prst="flowChartConnector">
            <a:avLst/>
          </a:prstGeom>
          <a:solidFill>
            <a:srgbClr val="50B748"/>
          </a:solidFill>
          <a:ln w="28575">
            <a:solidFill>
              <a:srgbClr val="FFFFFF"/>
            </a:solidFill>
          </a:ln>
        </p:spPr>
        <p:txBody>
          <a:bodyPr anchor="ctr">
            <a:noAutofit/>
          </a:bodyPr>
          <a:lstStyle>
            <a:lvl1pPr algn="ctr">
              <a:defRPr sz="2000" i="1" baseline="0"/>
            </a:lvl1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8311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sson Objectiv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8809" y="73662"/>
            <a:ext cx="8321040" cy="557528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600" b="1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Lesson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9AC059-BDA4-6900-0D5E-43A5153187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8810" y="873001"/>
            <a:ext cx="8321040" cy="3840480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C1346A-A4AA-FDF7-787E-4E6F98A31723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0EDF7-A0BB-5EDD-5C51-EF43EE4FECD1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07745844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ver #1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7166" y="2774589"/>
            <a:ext cx="6798232" cy="14495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 dirty="0"/>
              <a:t>01.</a:t>
            </a:r>
            <a:br>
              <a:rPr lang="en-US" dirty="0"/>
            </a:br>
            <a:r>
              <a:rPr lang="en-US" dirty="0"/>
              <a:t>INSERT SECTION TILTE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61BCC1-C920-1EA9-32BA-30A3F14E40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675" y="4391025"/>
            <a:ext cx="3125788" cy="431800"/>
          </a:xfrm>
        </p:spPr>
        <p:txBody>
          <a:bodyPr/>
          <a:lstStyle>
            <a:lvl1pPr>
              <a:defRPr i="1"/>
            </a:lvl1pPr>
          </a:lstStyle>
          <a:p>
            <a:pPr lvl="0"/>
            <a:r>
              <a:rPr lang="en-US" i="1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65898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04151" y="73662"/>
            <a:ext cx="8321040" cy="557528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1425B-A6C3-B4F6-DAA8-6B3CDCD588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151" y="940905"/>
            <a:ext cx="8321040" cy="3797824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AB3FD-3904-D3F0-3ED1-0CED9895ADD1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36996-70AC-1435-12E4-2267D6A5ACFB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85920593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04151" y="73662"/>
            <a:ext cx="8321040" cy="557528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1425B-A6C3-B4F6-DAA8-6B3CDCD588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8809" y="947529"/>
            <a:ext cx="3840480" cy="3791199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AB3FD-3904-D3F0-3ED1-0CED9895ADD1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36996-70AC-1435-12E4-2267D6A5ACFB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F7C62E8-F356-26C3-793C-DA70BC38F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84710" y="947529"/>
            <a:ext cx="3840480" cy="3791199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387820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04151" y="73662"/>
            <a:ext cx="8321040" cy="557528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1425B-A6C3-B4F6-DAA8-6B3CDCD588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151" y="940904"/>
            <a:ext cx="2748715" cy="3797824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AB3FD-3904-D3F0-3ED1-0CED9895ADD1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36996-70AC-1435-12E4-2267D6A5ACFB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F7C62E8-F356-26C3-793C-DA70BC38F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09080" y="940904"/>
            <a:ext cx="2729948" cy="3797824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20A919-2CF7-982B-BA5D-142806A59E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95242" y="940904"/>
            <a:ext cx="2729948" cy="3797824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937043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04151" y="73662"/>
            <a:ext cx="8321040" cy="557528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1425B-A6C3-B4F6-DAA8-6B3CDCD588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151" y="1444487"/>
            <a:ext cx="8321040" cy="3294242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AB3FD-3904-D3F0-3ED1-0CED9895ADD1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36996-70AC-1435-12E4-2267D6A5ACFB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824E7E-25A4-8178-F8A6-6DC3A1A0A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4151" y="881753"/>
            <a:ext cx="8335697" cy="424663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857250" indent="-1714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1200150" indent="-1714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1543050" indent="-1714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sub title</a:t>
            </a:r>
          </a:p>
        </p:txBody>
      </p:sp>
    </p:spTree>
    <p:extLst>
      <p:ext uri="{BB962C8B-B14F-4D97-AF65-F5344CB8AC3E}">
        <p14:creationId xmlns:p14="http://schemas.microsoft.com/office/powerpoint/2010/main" val="265274849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04151" y="73662"/>
            <a:ext cx="8321040" cy="557528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AB3FD-3904-D3F0-3ED1-0CED9895ADD1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36996-70AC-1435-12E4-2267D6A5ACFB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34939257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04151" y="73662"/>
            <a:ext cx="8321040" cy="557528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1425B-A6C3-B4F6-DAA8-6B3CDCD588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8810" y="954157"/>
            <a:ext cx="4444738" cy="3794760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AB3FD-3904-D3F0-3ED1-0CED9895ADD1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36996-70AC-1435-12E4-2267D6A5ACFB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2CB609-4680-C3D7-1D9A-A322311382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21274" y="954157"/>
            <a:ext cx="3618573" cy="378457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9662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87398" y="928577"/>
            <a:ext cx="8369204" cy="40368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2400" baseline="0">
                <a:solidFill>
                  <a:srgbClr val="034EA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/>
              <a:t>Insert Heading Here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654970" y="1710138"/>
            <a:ext cx="2206893" cy="80969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/>
              <a:t>Insert Text Here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52847" y="1710138"/>
            <a:ext cx="2206893" cy="809698"/>
          </a:xfrm>
        </p:spPr>
        <p:txBody>
          <a:bodyPr anchor="t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vi-VN"/>
              <a:t>Insert Text Here</a:t>
            </a:r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6250724" y="1710138"/>
            <a:ext cx="2206893" cy="809698"/>
          </a:xfrm>
        </p:spPr>
        <p:txBody>
          <a:bodyPr anchor="t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vi-VN"/>
              <a:t>Insert Text Here</a:t>
            </a:r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655638" y="2687638"/>
            <a:ext cx="2206625" cy="1820862"/>
          </a:xfrm>
        </p:spPr>
        <p:txBody>
          <a:bodyPr>
            <a:normAutofit/>
          </a:bodyPr>
          <a:lstStyle>
            <a:lvl1pPr>
              <a:defRPr sz="1200" b="0" baseline="0"/>
            </a:lvl1pPr>
          </a:lstStyle>
          <a:p>
            <a:pPr lvl="0"/>
            <a:r>
              <a:rPr lang="vi-VN"/>
              <a:t>Insert Content Here</a:t>
            </a:r>
            <a:endParaRPr lang="en-US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8" hasCustomPrompt="1"/>
          </p:nvPr>
        </p:nvSpPr>
        <p:spPr>
          <a:xfrm>
            <a:off x="3454474" y="2687358"/>
            <a:ext cx="2206625" cy="1820862"/>
          </a:xfrm>
        </p:spPr>
        <p:txBody>
          <a:bodyPr>
            <a:normAutofit/>
          </a:bodyPr>
          <a:lstStyle>
            <a:lvl1pPr>
              <a:defRPr sz="1200" b="0" baseline="0"/>
            </a:lvl1pPr>
          </a:lstStyle>
          <a:p>
            <a:pPr lvl="0"/>
            <a:r>
              <a:rPr lang="vi-VN"/>
              <a:t>Insert Content Here</a:t>
            </a:r>
            <a:endParaRPr lang="en-US"/>
          </a:p>
        </p:txBody>
      </p:sp>
      <p:sp>
        <p:nvSpPr>
          <p:cNvPr id="17" name="Content Placeholder 14"/>
          <p:cNvSpPr>
            <a:spLocks noGrp="1"/>
          </p:cNvSpPr>
          <p:nvPr>
            <p:ph sz="quarter" idx="19" hasCustomPrompt="1"/>
          </p:nvPr>
        </p:nvSpPr>
        <p:spPr>
          <a:xfrm>
            <a:off x="6250992" y="2687358"/>
            <a:ext cx="2206625" cy="1820862"/>
          </a:xfrm>
        </p:spPr>
        <p:txBody>
          <a:bodyPr>
            <a:normAutofit/>
          </a:bodyPr>
          <a:lstStyle>
            <a:lvl1pPr>
              <a:defRPr sz="1200" b="0" baseline="0"/>
            </a:lvl1pPr>
          </a:lstStyle>
          <a:p>
            <a:pPr lvl="0"/>
            <a:r>
              <a:rPr lang="vi-VN"/>
              <a:t>Insert Content Here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F013A-FF4D-7888-136B-6EF6D7B2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87" y="163033"/>
            <a:ext cx="8400615" cy="403685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8241F-A243-C9F6-7DC9-9528CAE610F7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B02888-5DD4-82A9-0CCF-95A777021BA7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82083432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58412" y="1710138"/>
            <a:ext cx="1689197" cy="809698"/>
          </a:xfrm>
        </p:spPr>
        <p:txBody>
          <a:bodyPr anchor="t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vi-VN"/>
              <a:t>Insert Text Here</a:t>
            </a:r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2665255" y="1710138"/>
            <a:ext cx="1689197" cy="80969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Insert Text Here</a:t>
            </a:r>
            <a:endParaRPr lang="en-US"/>
          </a:p>
        </p:txBody>
      </p:sp>
      <p:sp>
        <p:nvSpPr>
          <p:cNvPr id="16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4772098" y="1710138"/>
            <a:ext cx="1689197" cy="80969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Insert Text Here</a:t>
            </a:r>
            <a:endParaRPr lang="en-US"/>
          </a:p>
        </p:txBody>
      </p:sp>
      <p:sp>
        <p:nvSpPr>
          <p:cNvPr id="18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6899881" y="1710138"/>
            <a:ext cx="1689197" cy="80969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Insert Text Here</a:t>
            </a:r>
            <a:endParaRPr lang="en-US"/>
          </a:p>
        </p:txBody>
      </p:sp>
      <p:sp>
        <p:nvSpPr>
          <p:cNvPr id="20" name="Content Placeholder 14"/>
          <p:cNvSpPr>
            <a:spLocks noGrp="1"/>
          </p:cNvSpPr>
          <p:nvPr>
            <p:ph sz="quarter" idx="18" hasCustomPrompt="1"/>
          </p:nvPr>
        </p:nvSpPr>
        <p:spPr>
          <a:xfrm>
            <a:off x="558412" y="2668849"/>
            <a:ext cx="1689197" cy="1820862"/>
          </a:xfrm>
        </p:spPr>
        <p:txBody>
          <a:bodyPr>
            <a:normAutofit/>
          </a:bodyPr>
          <a:lstStyle>
            <a:lvl1pPr>
              <a:defRPr sz="1200" b="0" baseline="0"/>
            </a:lvl1pPr>
          </a:lstStyle>
          <a:p>
            <a:pPr lvl="0"/>
            <a:r>
              <a:rPr lang="vi-VN"/>
              <a:t>Insert Content Here</a:t>
            </a:r>
            <a:endParaRPr lang="en-US"/>
          </a:p>
        </p:txBody>
      </p:sp>
      <p:sp>
        <p:nvSpPr>
          <p:cNvPr id="21" name="Content Placeholder 14"/>
          <p:cNvSpPr>
            <a:spLocks noGrp="1"/>
          </p:cNvSpPr>
          <p:nvPr>
            <p:ph sz="quarter" idx="19" hasCustomPrompt="1"/>
          </p:nvPr>
        </p:nvSpPr>
        <p:spPr>
          <a:xfrm>
            <a:off x="2665254" y="2668849"/>
            <a:ext cx="1689197" cy="1820862"/>
          </a:xfrm>
        </p:spPr>
        <p:txBody>
          <a:bodyPr>
            <a:normAutofit/>
          </a:bodyPr>
          <a:lstStyle>
            <a:lvl1pPr>
              <a:defRPr sz="1200" b="0" baseline="0"/>
            </a:lvl1pPr>
          </a:lstStyle>
          <a:p>
            <a:pPr lvl="0"/>
            <a:r>
              <a:rPr lang="vi-VN"/>
              <a:t>Insert Content Here</a:t>
            </a:r>
            <a:endParaRPr lang="en-US"/>
          </a:p>
        </p:txBody>
      </p:sp>
      <p:sp>
        <p:nvSpPr>
          <p:cNvPr id="22" name="Content Placeholder 14"/>
          <p:cNvSpPr>
            <a:spLocks noGrp="1"/>
          </p:cNvSpPr>
          <p:nvPr>
            <p:ph sz="quarter" idx="20" hasCustomPrompt="1"/>
          </p:nvPr>
        </p:nvSpPr>
        <p:spPr>
          <a:xfrm>
            <a:off x="4772098" y="2668849"/>
            <a:ext cx="1689197" cy="1820862"/>
          </a:xfrm>
        </p:spPr>
        <p:txBody>
          <a:bodyPr>
            <a:normAutofit/>
          </a:bodyPr>
          <a:lstStyle>
            <a:lvl1pPr>
              <a:defRPr sz="1200" b="0" baseline="0"/>
            </a:lvl1pPr>
          </a:lstStyle>
          <a:p>
            <a:pPr lvl="0"/>
            <a:r>
              <a:rPr lang="vi-VN"/>
              <a:t>Insert Content Here</a:t>
            </a:r>
            <a:endParaRPr lang="en-US"/>
          </a:p>
        </p:txBody>
      </p:sp>
      <p:sp>
        <p:nvSpPr>
          <p:cNvPr id="23" name="Content Placeholder 14"/>
          <p:cNvSpPr>
            <a:spLocks noGrp="1"/>
          </p:cNvSpPr>
          <p:nvPr>
            <p:ph sz="quarter" idx="21" hasCustomPrompt="1"/>
          </p:nvPr>
        </p:nvSpPr>
        <p:spPr>
          <a:xfrm>
            <a:off x="6899881" y="2668849"/>
            <a:ext cx="1689197" cy="1820862"/>
          </a:xfrm>
        </p:spPr>
        <p:txBody>
          <a:bodyPr>
            <a:normAutofit/>
          </a:bodyPr>
          <a:lstStyle>
            <a:lvl1pPr>
              <a:defRPr sz="1200" b="0" baseline="0"/>
            </a:lvl1pPr>
          </a:lstStyle>
          <a:p>
            <a:pPr lvl="0"/>
            <a:r>
              <a:rPr lang="vi-VN"/>
              <a:t>Insert Content Here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3F477-2358-7161-4CB7-B2E66E9CA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87" y="178559"/>
            <a:ext cx="8369204" cy="403686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F9FB4D-619C-EB86-4430-F5D36B1A9B3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87398" y="922951"/>
            <a:ext cx="8337793" cy="40368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2400" baseline="0">
                <a:solidFill>
                  <a:srgbClr val="034EA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/>
              <a:t>Insert Heading Here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734E3B-27BB-3401-0A98-6B2C997515AD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4950E-20BD-4F03-09B8-F2627847E329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50654445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55987" y="984201"/>
            <a:ext cx="2443580" cy="333884"/>
          </a:xfrm>
        </p:spPr>
        <p:txBody>
          <a:bodyPr anchor="ctr">
            <a:noAutofit/>
          </a:bodyPr>
          <a:lstStyle>
            <a:lvl1pPr marL="0" indent="0" algn="l">
              <a:buNone/>
              <a:defRPr sz="2000" baseline="0">
                <a:solidFill>
                  <a:srgbClr val="034EA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Insert Text Here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355987" y="4279999"/>
            <a:ext cx="2443580" cy="292004"/>
          </a:xfrm>
        </p:spPr>
        <p:txBody>
          <a:bodyPr anchor="t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baseline="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vi-VN"/>
              <a:t>Optional Caption Here</a:t>
            </a: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3065291" y="984201"/>
            <a:ext cx="0" cy="3587802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 flipH="1">
            <a:off x="6010995" y="984201"/>
            <a:ext cx="0" cy="3587802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3303063" y="980377"/>
            <a:ext cx="2443580" cy="333884"/>
          </a:xfrm>
        </p:spPr>
        <p:txBody>
          <a:bodyPr anchor="ctr">
            <a:noAutofit/>
          </a:bodyPr>
          <a:lstStyle>
            <a:lvl1pPr marL="0" indent="0" algn="l">
              <a:buNone/>
              <a:defRPr sz="2000" baseline="0">
                <a:solidFill>
                  <a:srgbClr val="034EA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Insert Text Here</a:t>
            </a:r>
            <a:endParaRPr lang="en-US"/>
          </a:p>
        </p:txBody>
      </p:sp>
      <p:sp>
        <p:nvSpPr>
          <p:cNvPr id="22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3303063" y="4276175"/>
            <a:ext cx="2443580" cy="292004"/>
          </a:xfrm>
        </p:spPr>
        <p:txBody>
          <a:bodyPr anchor="t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baseline="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vi-VN"/>
              <a:t>Optional Caption Here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6281611" y="980377"/>
            <a:ext cx="2443580" cy="333884"/>
          </a:xfrm>
        </p:spPr>
        <p:txBody>
          <a:bodyPr anchor="ctr">
            <a:noAutofit/>
          </a:bodyPr>
          <a:lstStyle>
            <a:lvl1pPr marL="0" indent="0" algn="l">
              <a:buNone/>
              <a:defRPr sz="2000" baseline="0">
                <a:solidFill>
                  <a:srgbClr val="034EA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Insert Text Here</a:t>
            </a:r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6281611" y="4276175"/>
            <a:ext cx="2443580" cy="292004"/>
          </a:xfrm>
        </p:spPr>
        <p:txBody>
          <a:bodyPr anchor="t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baseline="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vi-VN"/>
              <a:t>Optional Caption Here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27" hasCustomPrompt="1"/>
          </p:nvPr>
        </p:nvSpPr>
        <p:spPr>
          <a:xfrm>
            <a:off x="357070" y="1482725"/>
            <a:ext cx="2444750" cy="2624138"/>
          </a:xfrm>
        </p:spPr>
        <p:txBody>
          <a:bodyPr>
            <a:normAutofit/>
          </a:bodyPr>
          <a:lstStyle>
            <a:lvl1pPr>
              <a:defRPr sz="1200" b="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  <p:sp>
        <p:nvSpPr>
          <p:cNvPr id="16" name="Content Placeholder 6"/>
          <p:cNvSpPr>
            <a:spLocks noGrp="1"/>
          </p:cNvSpPr>
          <p:nvPr>
            <p:ph sz="quarter" idx="28" hasCustomPrompt="1"/>
          </p:nvPr>
        </p:nvSpPr>
        <p:spPr>
          <a:xfrm>
            <a:off x="3309590" y="1479993"/>
            <a:ext cx="2444750" cy="2624138"/>
          </a:xfrm>
        </p:spPr>
        <p:txBody>
          <a:bodyPr>
            <a:normAutofit/>
          </a:bodyPr>
          <a:lstStyle>
            <a:lvl1pPr>
              <a:defRPr sz="1200" b="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  <p:sp>
        <p:nvSpPr>
          <p:cNvPr id="18" name="Content Placeholder 6"/>
          <p:cNvSpPr>
            <a:spLocks noGrp="1"/>
          </p:cNvSpPr>
          <p:nvPr>
            <p:ph sz="quarter" idx="29" hasCustomPrompt="1"/>
          </p:nvPr>
        </p:nvSpPr>
        <p:spPr>
          <a:xfrm>
            <a:off x="6275348" y="1466033"/>
            <a:ext cx="2444750" cy="2624138"/>
          </a:xfrm>
        </p:spPr>
        <p:txBody>
          <a:bodyPr>
            <a:normAutofit/>
          </a:bodyPr>
          <a:lstStyle>
            <a:lvl1pPr>
              <a:defRPr sz="1200" b="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71E5B-9216-4D96-B916-E72F289DDF2E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3E156-B20A-5D15-6EC3-E31448A838AE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4F67026-1095-D9C5-649C-9A38C8F2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87" y="177209"/>
            <a:ext cx="8448626" cy="394230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876395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Stacked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55987" y="984201"/>
            <a:ext cx="8369204" cy="33388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2600" baseline="0">
                <a:solidFill>
                  <a:srgbClr val="034EA1"/>
                </a:solidFill>
                <a:latin typeface="+mn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Insert Heading Here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355987" y="1514693"/>
            <a:ext cx="8369204" cy="1122036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b="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Insert Text Here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55600" y="2811463"/>
            <a:ext cx="1811338" cy="1811337"/>
          </a:xfrm>
        </p:spPr>
        <p:txBody>
          <a:bodyPr>
            <a:normAutofit/>
          </a:bodyPr>
          <a:lstStyle>
            <a:lvl1pPr>
              <a:defRPr sz="1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vi-VN"/>
              <a:t>Insert Content Here</a:t>
            </a:r>
            <a:endParaRPr lang="en-US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2523344" y="2804619"/>
            <a:ext cx="1811338" cy="181133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vi-VN"/>
              <a:t>Insert Content Here</a:t>
            </a:r>
            <a:endParaRPr lang="en-US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6913853" y="2833337"/>
            <a:ext cx="1811338" cy="181133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vi-VN"/>
              <a:t>Insert Content Here</a:t>
            </a:r>
            <a:endParaRPr lang="en-US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4718598" y="2833337"/>
            <a:ext cx="1811338" cy="181133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vi-VN"/>
              <a:t>Insert Content Here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9A27BF-C056-55E0-27AA-4FE69E77E140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33CE78-5A63-C78C-EAE9-A71D7C82EDD6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6E1DB76-ADE4-A31F-826B-A6D61124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34680"/>
            <a:ext cx="8369204" cy="432391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8187302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ows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55987" y="984200"/>
            <a:ext cx="1547969" cy="93854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solidFill>
                  <a:srgbClr val="034EA1"/>
                </a:solidFill>
                <a:latin typeface="+mn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Insert Text Here</a:t>
            </a:r>
            <a:endParaRPr lang="en-US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7"/>
          </p:nvPr>
        </p:nvSpPr>
        <p:spPr>
          <a:xfrm>
            <a:off x="2079322" y="984200"/>
            <a:ext cx="6645870" cy="938545"/>
          </a:xfrm>
        </p:spPr>
        <p:txBody>
          <a:bodyPr/>
          <a:lstStyle/>
          <a:p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 flipH="1">
            <a:off x="355986" y="2123165"/>
            <a:ext cx="836920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355987" y="3725315"/>
            <a:ext cx="1547969" cy="93854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solidFill>
                  <a:srgbClr val="034EA1"/>
                </a:solidFill>
                <a:latin typeface="+mn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Insert Text Here</a:t>
            </a:r>
            <a:endParaRPr lang="en-US"/>
          </a:p>
        </p:txBody>
      </p:sp>
      <p:sp>
        <p:nvSpPr>
          <p:cNvPr id="13" name="Content Placeholder 4"/>
          <p:cNvSpPr>
            <a:spLocks noGrp="1"/>
          </p:cNvSpPr>
          <p:nvPr>
            <p:ph sz="quarter" idx="19"/>
          </p:nvPr>
        </p:nvSpPr>
        <p:spPr>
          <a:xfrm>
            <a:off x="2079322" y="3725315"/>
            <a:ext cx="6645870" cy="938545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idx="20" hasCustomPrompt="1"/>
          </p:nvPr>
        </p:nvSpPr>
        <p:spPr>
          <a:xfrm>
            <a:off x="355986" y="2356661"/>
            <a:ext cx="1547969" cy="93854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solidFill>
                  <a:srgbClr val="034EA1"/>
                </a:solidFill>
                <a:latin typeface="+mn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Insert Text Here</a:t>
            </a:r>
            <a:endParaRPr lang="en-US"/>
          </a:p>
        </p:txBody>
      </p:sp>
      <p:sp>
        <p:nvSpPr>
          <p:cNvPr id="19" name="Content Placeholder 4"/>
          <p:cNvSpPr>
            <a:spLocks noGrp="1"/>
          </p:cNvSpPr>
          <p:nvPr>
            <p:ph sz="quarter" idx="21"/>
          </p:nvPr>
        </p:nvSpPr>
        <p:spPr>
          <a:xfrm>
            <a:off x="2079321" y="2356661"/>
            <a:ext cx="6645870" cy="938545"/>
          </a:xfrm>
        </p:spPr>
        <p:txBody>
          <a:bodyPr/>
          <a:lstStyle/>
          <a:p>
            <a:endParaRPr lang="en-US"/>
          </a:p>
        </p:txBody>
      </p:sp>
      <p:cxnSp>
        <p:nvCxnSpPr>
          <p:cNvPr id="20" name="Straight Connector 19"/>
          <p:cNvCxnSpPr/>
          <p:nvPr userDrawn="1"/>
        </p:nvCxnSpPr>
        <p:spPr>
          <a:xfrm flipH="1">
            <a:off x="355986" y="3509379"/>
            <a:ext cx="836920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9C487A-8FDB-B69C-6603-F5C5F9939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86" y="142703"/>
            <a:ext cx="8369205" cy="46689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938F3-665F-51A7-80C0-D0BBF3F48558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3B5AD-53EB-BCCA-E874-2DDC100ACFAA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41074393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 Summary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87398" y="167649"/>
            <a:ext cx="8369204" cy="557528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600" b="1" baseline="0">
                <a:solidFill>
                  <a:srgbClr val="034EA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Lesson Summary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0FBCBFA-1AD7-59FA-E854-4CC6A43E4F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8810" y="873001"/>
            <a:ext cx="8321040" cy="3840480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17D177-EBA9-68F4-210D-2E1C021A6C74}"/>
              </a:ext>
            </a:extLst>
          </p:cNvPr>
          <p:cNvSpPr txBox="1"/>
          <p:nvPr userDrawn="1"/>
        </p:nvSpPr>
        <p:spPr>
          <a:xfrm>
            <a:off x="8408503" y="4830417"/>
            <a:ext cx="331345" cy="23083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fld id="{0FAA3299-E07E-4690-9E8A-624B9442F525}" type="slidenum">
              <a:rPr lang="en-US" sz="900" smtClean="0"/>
              <a:pPr algn="ctr"/>
              <a:t>‹#›</a:t>
            </a:fld>
            <a:endParaRPr lang="en-US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7E3AE4-FEFE-ECC8-2012-CA380D402D50}"/>
              </a:ext>
            </a:extLst>
          </p:cNvPr>
          <p:cNvSpPr txBox="1"/>
          <p:nvPr userDrawn="1"/>
        </p:nvSpPr>
        <p:spPr>
          <a:xfrm>
            <a:off x="418809" y="4815028"/>
            <a:ext cx="6217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® Copyright 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45334511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47167" y="1515985"/>
            <a:ext cx="3671124" cy="2113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800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6342B9-1AB5-C3A0-389E-FFBDCF7271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8" r="7894"/>
          <a:stretch/>
        </p:blipFill>
        <p:spPr>
          <a:xfrm>
            <a:off x="4778283" y="0"/>
            <a:ext cx="43657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6489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47167" y="1515985"/>
            <a:ext cx="3671124" cy="2113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800" baseline="0"/>
            </a:lvl1pPr>
          </a:lstStyle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04600467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rsity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47167" y="1515985"/>
            <a:ext cx="3671124" cy="2113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800" baseline="0"/>
            </a:lvl1pPr>
          </a:lstStyle>
          <a:p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1456620065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7166" y="1292620"/>
            <a:ext cx="4627405" cy="1449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TILTE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166" y="2842032"/>
            <a:ext cx="3224394" cy="375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Presentation </a:t>
            </a:r>
            <a:r>
              <a:rPr lang="en-US" dirty="0" err="1"/>
              <a:t>Subtilte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447166" y="4537099"/>
            <a:ext cx="1472376" cy="322524"/>
          </a:xfrm>
          <a:prstGeom prst="roundRect">
            <a:avLst/>
          </a:prstGeom>
          <a:solidFill>
            <a:srgbClr val="5BD4FF">
              <a:alpha val="14118"/>
            </a:srgbClr>
          </a:solidFill>
          <a:ln w="12700">
            <a:solidFill>
              <a:srgbClr val="5BD4FF"/>
            </a:solidFill>
          </a:ln>
        </p:spPr>
        <p:txBody>
          <a:bodyPr/>
          <a:lstStyle>
            <a:lvl1pPr algn="ctr"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Location &amp; Date</a:t>
            </a:r>
          </a:p>
        </p:txBody>
      </p:sp>
    </p:spTree>
    <p:extLst>
      <p:ext uri="{BB962C8B-B14F-4D97-AF65-F5344CB8AC3E}">
        <p14:creationId xmlns:p14="http://schemas.microsoft.com/office/powerpoint/2010/main" val="3094989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6" r:id="rId2"/>
    <p:sldLayoutId id="2147483717" r:id="rId3"/>
    <p:sldLayoutId id="2147483662" r:id="rId4"/>
    <p:sldLayoutId id="2147483718" r:id="rId5"/>
    <p:sldLayoutId id="2147483720" r:id="rId6"/>
    <p:sldLayoutId id="2147483722" r:id="rId7"/>
    <p:sldLayoutId id="2147483721" r:id="rId8"/>
    <p:sldLayoutId id="2147483719" r:id="rId9"/>
    <p:sldLayoutId id="2147483723" r:id="rId10"/>
    <p:sldLayoutId id="2147483675" r:id="rId12"/>
    <p:sldLayoutId id="2147483676" r:id="rId13"/>
    <p:sldLayoutId id="2147483678" r:id="rId14"/>
    <p:sldLayoutId id="2147483680" r:id="rId16"/>
    <p:sldLayoutId id="2147483682" r:id="rId17"/>
    <p:sldLayoutId id="2147483703" r:id="rId18"/>
    <p:sldLayoutId id="2147483688" r:id="rId19"/>
    <p:sldLayoutId id="2147483724" r:id="rId20"/>
    <p:sldLayoutId id="2147483695" r:id="rId28"/>
  </p:sldLayoutIdLst>
  <p:transition/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bg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100" b="0" kern="1200" baseline="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heme/theme1.xml><?xml version="1.0" encoding="utf-8"?>
<a:theme xmlns:a="http://schemas.openxmlformats.org/drawingml/2006/main" name="Cov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2553</TotalTime>
  <Words>234</Words>
  <Application>Microsoft Office PowerPoint</Application>
  <PresentationFormat>On-screen Show (16:9)</PresentationFormat>
  <Paragraphs>56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Wingdings</vt:lpstr>
      <vt:lpstr>Calibri</vt:lpstr>
      <vt:lpstr>Segoe UI</vt:lpstr>
      <vt:lpstr>Aptos</vt:lpstr>
      <vt:lpstr>Arial</vt:lpstr>
      <vt:lpstr>Cover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Template_FSA_Training Materials</dc:title>
  <dc:creator>Khiem Nguyen Dinh</dc:creator>
  <cp:lastModifiedBy>Do My Ngoc Phuong (SEPG.PRO)</cp:lastModifiedBy>
  <cp:revision>106</cp:revision>
  <dcterms:created xsi:type="dcterms:W3CDTF">2024-05-06T02:40:20Z</dcterms:created>
  <dcterms:modified xsi:type="dcterms:W3CDTF">2025-03-14T06:53:24Z</dcterms:modified>
</cp:coreProperties>
</file>